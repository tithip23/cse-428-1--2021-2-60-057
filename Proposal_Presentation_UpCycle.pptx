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loria Hallelujah" panose="020B0604020202020204" charset="0"/>
      <p:regular r:id="rId13"/>
    </p:embeddedFont>
    <p:embeddedFont>
      <p:font typeface="Quicksand" panose="020B0604020202020204" charset="0"/>
      <p:regular r:id="rId14"/>
    </p:embeddedFont>
    <p:embeddedFont>
      <p:font typeface="Quicksand Bold" panose="020B0604020202020204" charset="0"/>
      <p:regular r:id="rId15"/>
    </p:embeddedFont>
    <p:embeddedFont>
      <p:font typeface="Quicksand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355"/>
    <a:srgbClr val="0000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3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svg"/><Relationship Id="rId7" Type="http://schemas.openxmlformats.org/officeDocument/2006/relationships/image" Target="../media/image43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2.svg"/><Relationship Id="rId7" Type="http://schemas.openxmlformats.org/officeDocument/2006/relationships/image" Target="../media/image4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2.svg"/><Relationship Id="rId7" Type="http://schemas.openxmlformats.org/officeDocument/2006/relationships/image" Target="../media/image4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5.svg"/><Relationship Id="rId5" Type="http://schemas.openxmlformats.org/officeDocument/2006/relationships/image" Target="../media/image47.svg"/><Relationship Id="rId10" Type="http://schemas.openxmlformats.org/officeDocument/2006/relationships/image" Target="../media/image54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0.svg"/><Relationship Id="rId7" Type="http://schemas.openxmlformats.org/officeDocument/2006/relationships/image" Target="../media/image59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4.svg"/><Relationship Id="rId7" Type="http://schemas.openxmlformats.org/officeDocument/2006/relationships/image" Target="../media/image64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37.svg"/><Relationship Id="rId10" Type="http://schemas.openxmlformats.org/officeDocument/2006/relationships/image" Target="../media/image67.png"/><Relationship Id="rId4" Type="http://schemas.openxmlformats.org/officeDocument/2006/relationships/image" Target="../media/image36.png"/><Relationship Id="rId9" Type="http://schemas.openxmlformats.org/officeDocument/2006/relationships/image" Target="../media/image6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8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7990" y="1859431"/>
            <a:ext cx="15592019" cy="6568138"/>
          </a:xfrm>
          <a:custGeom>
            <a:avLst/>
            <a:gdLst/>
            <a:ahLst/>
            <a:cxnLst/>
            <a:rect l="l" t="t" r="r" b="b"/>
            <a:pathLst>
              <a:path w="15592019" h="6568138">
                <a:moveTo>
                  <a:pt x="0" y="0"/>
                </a:moveTo>
                <a:lnTo>
                  <a:pt x="15592020" y="0"/>
                </a:lnTo>
                <a:lnTo>
                  <a:pt x="15592020" y="6568138"/>
                </a:lnTo>
                <a:lnTo>
                  <a:pt x="0" y="656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93217" y="-1915881"/>
            <a:ext cx="6011277" cy="8249651"/>
            <a:chOff x="0" y="0"/>
            <a:chExt cx="8015036" cy="10999534"/>
          </a:xfrm>
        </p:grpSpPr>
        <p:sp>
          <p:nvSpPr>
            <p:cNvPr id="4" name="Freeform 4"/>
            <p:cNvSpPr/>
            <p:nvPr/>
          </p:nvSpPr>
          <p:spPr>
            <a:xfrm>
              <a:off x="0" y="365987"/>
              <a:ext cx="8015036" cy="10633547"/>
            </a:xfrm>
            <a:custGeom>
              <a:avLst/>
              <a:gdLst/>
              <a:ahLst/>
              <a:cxnLst/>
              <a:rect l="l" t="t" r="r" b="b"/>
              <a:pathLst>
                <a:path w="8015036" h="10633547">
                  <a:moveTo>
                    <a:pt x="0" y="0"/>
                  </a:moveTo>
                  <a:lnTo>
                    <a:pt x="8015036" y="0"/>
                  </a:lnTo>
                  <a:lnTo>
                    <a:pt x="8015036" y="10633547"/>
                  </a:lnTo>
                  <a:lnTo>
                    <a:pt x="0" y="10633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971454" flipV="1">
              <a:off x="1641537" y="525670"/>
              <a:ext cx="4731962" cy="6759945"/>
            </a:xfrm>
            <a:custGeom>
              <a:avLst/>
              <a:gdLst/>
              <a:ahLst/>
              <a:cxnLst/>
              <a:rect l="l" t="t" r="r" b="b"/>
              <a:pathLst>
                <a:path w="4731962" h="6759945">
                  <a:moveTo>
                    <a:pt x="0" y="6759946"/>
                  </a:moveTo>
                  <a:lnTo>
                    <a:pt x="4731962" y="6759946"/>
                  </a:lnTo>
                  <a:lnTo>
                    <a:pt x="4731962" y="0"/>
                  </a:lnTo>
                  <a:lnTo>
                    <a:pt x="0" y="0"/>
                  </a:lnTo>
                  <a:lnTo>
                    <a:pt x="0" y="6759946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332478" y="4898298"/>
            <a:ext cx="7127556" cy="7058542"/>
            <a:chOff x="0" y="0"/>
            <a:chExt cx="9503408" cy="9411389"/>
          </a:xfrm>
        </p:grpSpPr>
        <p:sp>
          <p:nvSpPr>
            <p:cNvPr id="7" name="Freeform 7"/>
            <p:cNvSpPr/>
            <p:nvPr/>
          </p:nvSpPr>
          <p:spPr>
            <a:xfrm flipH="1">
              <a:off x="2950055" y="0"/>
              <a:ext cx="6553353" cy="9262690"/>
            </a:xfrm>
            <a:custGeom>
              <a:avLst/>
              <a:gdLst/>
              <a:ahLst/>
              <a:cxnLst/>
              <a:rect l="l" t="t" r="r" b="b"/>
              <a:pathLst>
                <a:path w="6553353" h="9262690">
                  <a:moveTo>
                    <a:pt x="6553353" y="0"/>
                  </a:moveTo>
                  <a:lnTo>
                    <a:pt x="0" y="0"/>
                  </a:lnTo>
                  <a:lnTo>
                    <a:pt x="0" y="9262690"/>
                  </a:lnTo>
                  <a:lnTo>
                    <a:pt x="6553353" y="9262690"/>
                  </a:lnTo>
                  <a:lnTo>
                    <a:pt x="6553353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0" y="3218413"/>
              <a:ext cx="8216220" cy="6192976"/>
            </a:xfrm>
            <a:custGeom>
              <a:avLst/>
              <a:gdLst/>
              <a:ahLst/>
              <a:cxnLst/>
              <a:rect l="l" t="t" r="r" b="b"/>
              <a:pathLst>
                <a:path w="8216220" h="6192976">
                  <a:moveTo>
                    <a:pt x="8216220" y="0"/>
                  </a:moveTo>
                  <a:lnTo>
                    <a:pt x="0" y="0"/>
                  </a:lnTo>
                  <a:lnTo>
                    <a:pt x="0" y="6192976"/>
                  </a:lnTo>
                  <a:lnTo>
                    <a:pt x="8216220" y="6192976"/>
                  </a:lnTo>
                  <a:lnTo>
                    <a:pt x="821622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4823814" y="1651476"/>
            <a:ext cx="2435486" cy="2622327"/>
          </a:xfrm>
          <a:custGeom>
            <a:avLst/>
            <a:gdLst/>
            <a:ahLst/>
            <a:cxnLst/>
            <a:rect l="l" t="t" r="r" b="b"/>
            <a:pathLst>
              <a:path w="2435486" h="2622327">
                <a:moveTo>
                  <a:pt x="0" y="0"/>
                </a:moveTo>
                <a:lnTo>
                  <a:pt x="2435486" y="0"/>
                </a:lnTo>
                <a:lnTo>
                  <a:pt x="2435486" y="2622327"/>
                </a:lnTo>
                <a:lnTo>
                  <a:pt x="0" y="26223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12421" y="3798453"/>
            <a:ext cx="14549279" cy="292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94"/>
              </a:lnSpc>
            </a:pPr>
            <a:r>
              <a:rPr lang="en-US" sz="8424" spc="-825" dirty="0" err="1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UpCycle</a:t>
            </a:r>
            <a:r>
              <a:rPr lang="en-US" sz="8424" spc="-825" dirty="0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: DIY &amp; Recycling Guide</a:t>
            </a:r>
          </a:p>
          <a:p>
            <a:pPr algn="ctr">
              <a:lnSpc>
                <a:spcPts val="11794"/>
              </a:lnSpc>
            </a:pPr>
            <a:endParaRPr lang="en-US" sz="8424" spc="-825" dirty="0">
              <a:solidFill>
                <a:srgbClr val="183355"/>
              </a:solidFill>
              <a:latin typeface="Gloria Hallelujah"/>
              <a:ea typeface="Gloria Hallelujah"/>
              <a:cs typeface="Gloria Hallelujah"/>
              <a:sym typeface="Gloria Hallelujah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55522" y="5854099"/>
            <a:ext cx="6376955" cy="87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4560" b="1" dirty="0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Theme : Sustainability</a:t>
            </a:r>
          </a:p>
          <a:p>
            <a:pPr algn="ctr">
              <a:lnSpc>
                <a:spcPts val="6385"/>
              </a:lnSpc>
            </a:pPr>
            <a:endParaRPr lang="en-US" sz="4560" b="1" dirty="0">
              <a:solidFill>
                <a:srgbClr val="183355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8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959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1290" y="3082571"/>
            <a:ext cx="6917937" cy="2914181"/>
          </a:xfrm>
          <a:custGeom>
            <a:avLst/>
            <a:gdLst/>
            <a:ahLst/>
            <a:cxnLst/>
            <a:rect l="l" t="t" r="r" b="b"/>
            <a:pathLst>
              <a:path w="6917937" h="2914181">
                <a:moveTo>
                  <a:pt x="0" y="0"/>
                </a:moveTo>
                <a:lnTo>
                  <a:pt x="6917937" y="0"/>
                </a:lnTo>
                <a:lnTo>
                  <a:pt x="6917937" y="2914181"/>
                </a:lnTo>
                <a:lnTo>
                  <a:pt x="0" y="291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09185" y="3003521"/>
            <a:ext cx="6917937" cy="2914181"/>
          </a:xfrm>
          <a:custGeom>
            <a:avLst/>
            <a:gdLst/>
            <a:ahLst/>
            <a:cxnLst/>
            <a:rect l="l" t="t" r="r" b="b"/>
            <a:pathLst>
              <a:path w="6917937" h="2914181">
                <a:moveTo>
                  <a:pt x="0" y="0"/>
                </a:moveTo>
                <a:lnTo>
                  <a:pt x="6917937" y="0"/>
                </a:lnTo>
                <a:lnTo>
                  <a:pt x="6917937" y="2914181"/>
                </a:lnTo>
                <a:lnTo>
                  <a:pt x="0" y="291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6344119"/>
            <a:ext cx="6917937" cy="2914181"/>
          </a:xfrm>
          <a:custGeom>
            <a:avLst/>
            <a:gdLst/>
            <a:ahLst/>
            <a:cxnLst/>
            <a:rect l="l" t="t" r="r" b="b"/>
            <a:pathLst>
              <a:path w="6917937" h="2914181">
                <a:moveTo>
                  <a:pt x="0" y="0"/>
                </a:moveTo>
                <a:lnTo>
                  <a:pt x="6917937" y="0"/>
                </a:lnTo>
                <a:lnTo>
                  <a:pt x="6917937" y="2914181"/>
                </a:lnTo>
                <a:lnTo>
                  <a:pt x="0" y="291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09185" y="6344119"/>
            <a:ext cx="6917937" cy="2914181"/>
          </a:xfrm>
          <a:custGeom>
            <a:avLst/>
            <a:gdLst/>
            <a:ahLst/>
            <a:cxnLst/>
            <a:rect l="l" t="t" r="r" b="b"/>
            <a:pathLst>
              <a:path w="6917937" h="2914181">
                <a:moveTo>
                  <a:pt x="0" y="0"/>
                </a:moveTo>
                <a:lnTo>
                  <a:pt x="6917937" y="0"/>
                </a:lnTo>
                <a:lnTo>
                  <a:pt x="6917937" y="2914181"/>
                </a:lnTo>
                <a:lnTo>
                  <a:pt x="0" y="291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08536" y="240849"/>
            <a:ext cx="1501528" cy="1219991"/>
          </a:xfrm>
          <a:custGeom>
            <a:avLst/>
            <a:gdLst/>
            <a:ahLst/>
            <a:cxnLst/>
            <a:rect l="l" t="t" r="r" b="b"/>
            <a:pathLst>
              <a:path w="1501528" h="1219991">
                <a:moveTo>
                  <a:pt x="0" y="0"/>
                </a:moveTo>
                <a:lnTo>
                  <a:pt x="1501528" y="0"/>
                </a:lnTo>
                <a:lnTo>
                  <a:pt x="1501528" y="1219991"/>
                </a:lnTo>
                <a:lnTo>
                  <a:pt x="0" y="1219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08315" y="3783702"/>
            <a:ext cx="5068223" cy="12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Name: Tithi Paul</a:t>
            </a:r>
          </a:p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ID: 2021-2-60-057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43183" y="3856354"/>
            <a:ext cx="6148705" cy="12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Name: Nirzona Binta Badal</a:t>
            </a:r>
          </a:p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ID: 2021-2-60-051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9449" y="7225923"/>
            <a:ext cx="5585954" cy="12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Name: Adnan Mahmud</a:t>
            </a:r>
          </a:p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ID: 2018-3-60-023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43183" y="7124299"/>
            <a:ext cx="6115784" cy="12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Name: Marzan Billah Shefa</a:t>
            </a:r>
          </a:p>
          <a:p>
            <a:pPr algn="ctr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ID: 2018-3-60-112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49449" y="543527"/>
            <a:ext cx="14549279" cy="245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94"/>
              </a:lnSpc>
            </a:pPr>
            <a:r>
              <a:rPr lang="en-US" sz="8424" spc="-825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Presented By:</a:t>
            </a:r>
          </a:p>
          <a:p>
            <a:pPr algn="ctr">
              <a:lnSpc>
                <a:spcPts val="7874"/>
              </a:lnSpc>
            </a:pPr>
            <a:r>
              <a:rPr lang="en-US" sz="5624" spc="-551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Team: Neosis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8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959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46278" y="2859935"/>
            <a:ext cx="13068156" cy="5504961"/>
          </a:xfrm>
          <a:custGeom>
            <a:avLst/>
            <a:gdLst/>
            <a:ahLst/>
            <a:cxnLst/>
            <a:rect l="l" t="t" r="r" b="b"/>
            <a:pathLst>
              <a:path w="13068156" h="5504961">
                <a:moveTo>
                  <a:pt x="0" y="0"/>
                </a:moveTo>
                <a:lnTo>
                  <a:pt x="13068155" y="0"/>
                </a:lnTo>
                <a:lnTo>
                  <a:pt x="13068155" y="5504960"/>
                </a:lnTo>
                <a:lnTo>
                  <a:pt x="0" y="5504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99543" y="219245"/>
            <a:ext cx="1540735" cy="1251205"/>
          </a:xfrm>
          <a:custGeom>
            <a:avLst/>
            <a:gdLst/>
            <a:ahLst/>
            <a:cxnLst/>
            <a:rect l="l" t="t" r="r" b="b"/>
            <a:pathLst>
              <a:path w="1540735" h="1251205">
                <a:moveTo>
                  <a:pt x="0" y="0"/>
                </a:moveTo>
                <a:lnTo>
                  <a:pt x="1540735" y="0"/>
                </a:lnTo>
                <a:lnTo>
                  <a:pt x="1540735" y="1251206"/>
                </a:lnTo>
                <a:lnTo>
                  <a:pt x="0" y="1251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2208" y="4145673"/>
            <a:ext cx="11483585" cy="3499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spc="199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Yasin Sazid</a:t>
            </a:r>
          </a:p>
          <a:p>
            <a:pPr algn="ctr">
              <a:lnSpc>
                <a:spcPts val="5179"/>
              </a:lnSpc>
            </a:pPr>
            <a:r>
              <a:rPr lang="en-US" sz="3699" spc="147">
                <a:solidFill>
                  <a:srgbClr val="183355"/>
                </a:solidFill>
                <a:latin typeface="Quicksand"/>
                <a:ea typeface="Quicksand"/>
                <a:cs typeface="Quicksand"/>
                <a:sym typeface="Quicksand"/>
              </a:rPr>
              <a:t>Lecturer</a:t>
            </a:r>
          </a:p>
          <a:p>
            <a:pPr algn="ctr">
              <a:lnSpc>
                <a:spcPts val="5179"/>
              </a:lnSpc>
            </a:pPr>
            <a:r>
              <a:rPr lang="en-US" sz="3699" spc="147">
                <a:solidFill>
                  <a:srgbClr val="183355"/>
                </a:solidFill>
                <a:latin typeface="Quicksand"/>
                <a:ea typeface="Quicksand"/>
                <a:cs typeface="Quicksand"/>
                <a:sym typeface="Quicksand"/>
              </a:rPr>
              <a:t>Department of Computer Science Engineering</a:t>
            </a:r>
          </a:p>
          <a:p>
            <a:pPr algn="ctr">
              <a:lnSpc>
                <a:spcPts val="5179"/>
              </a:lnSpc>
            </a:pPr>
            <a:r>
              <a:rPr lang="en-US" sz="3699" spc="147">
                <a:solidFill>
                  <a:srgbClr val="183355"/>
                </a:solidFill>
                <a:latin typeface="Quicksand"/>
                <a:ea typeface="Quicksand"/>
                <a:cs typeface="Quicksand"/>
                <a:sym typeface="Quicksand"/>
              </a:rPr>
              <a:t>East West University</a:t>
            </a:r>
          </a:p>
          <a:p>
            <a:pPr algn="ctr">
              <a:lnSpc>
                <a:spcPts val="5179"/>
              </a:lnSpc>
            </a:pPr>
            <a:endParaRPr lang="en-US" sz="3699" spc="147">
              <a:solidFill>
                <a:srgbClr val="18335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69361" y="468503"/>
            <a:ext cx="14549279" cy="143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94"/>
              </a:lnSpc>
            </a:pPr>
            <a:r>
              <a:rPr lang="en-US" sz="8424" spc="-825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Presented To: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18852" y="6838074"/>
            <a:ext cx="29197255" cy="3448926"/>
            <a:chOff x="0" y="0"/>
            <a:chExt cx="38929673" cy="4598568"/>
          </a:xfrm>
        </p:grpSpPr>
        <p:sp>
          <p:nvSpPr>
            <p:cNvPr id="3" name="Freeform 3"/>
            <p:cNvSpPr/>
            <p:nvPr/>
          </p:nvSpPr>
          <p:spPr>
            <a:xfrm flipH="1">
              <a:off x="19464836" y="0"/>
              <a:ext cx="19464836" cy="4598568"/>
            </a:xfrm>
            <a:custGeom>
              <a:avLst/>
              <a:gdLst/>
              <a:ahLst/>
              <a:cxnLst/>
              <a:rect l="l" t="t" r="r" b="b"/>
              <a:pathLst>
                <a:path w="19464836" h="4598568">
                  <a:moveTo>
                    <a:pt x="19464837" y="0"/>
                  </a:moveTo>
                  <a:lnTo>
                    <a:pt x="0" y="0"/>
                  </a:lnTo>
                  <a:lnTo>
                    <a:pt x="0" y="4598568"/>
                  </a:lnTo>
                  <a:lnTo>
                    <a:pt x="19464837" y="4598568"/>
                  </a:lnTo>
                  <a:lnTo>
                    <a:pt x="194648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9464836" cy="4598568"/>
            </a:xfrm>
            <a:custGeom>
              <a:avLst/>
              <a:gdLst/>
              <a:ahLst/>
              <a:cxnLst/>
              <a:rect l="l" t="t" r="r" b="b"/>
              <a:pathLst>
                <a:path w="19464836" h="4598568">
                  <a:moveTo>
                    <a:pt x="0" y="0"/>
                  </a:moveTo>
                  <a:lnTo>
                    <a:pt x="19464836" y="0"/>
                  </a:lnTo>
                  <a:lnTo>
                    <a:pt x="19464836" y="4598568"/>
                  </a:lnTo>
                  <a:lnTo>
                    <a:pt x="0" y="459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-2027682"/>
            <a:ext cx="18288000" cy="6312743"/>
            <a:chOff x="0" y="0"/>
            <a:chExt cx="24384000" cy="8416991"/>
          </a:xfrm>
        </p:grpSpPr>
        <p:sp>
          <p:nvSpPr>
            <p:cNvPr id="6" name="Freeform 6"/>
            <p:cNvSpPr/>
            <p:nvPr/>
          </p:nvSpPr>
          <p:spPr>
            <a:xfrm>
              <a:off x="12192000" y="37761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30"/>
                  </a:lnTo>
                  <a:lnTo>
                    <a:pt x="0" y="837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29"/>
                  </a:lnTo>
                  <a:lnTo>
                    <a:pt x="0" y="8379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891961" y="2686843"/>
            <a:ext cx="6611507" cy="6338783"/>
          </a:xfrm>
          <a:custGeom>
            <a:avLst/>
            <a:gdLst/>
            <a:ahLst/>
            <a:cxnLst/>
            <a:rect l="l" t="t" r="r" b="b"/>
            <a:pathLst>
              <a:path w="6611507" h="6338783">
                <a:moveTo>
                  <a:pt x="0" y="0"/>
                </a:moveTo>
                <a:lnTo>
                  <a:pt x="6611508" y="0"/>
                </a:lnTo>
                <a:lnTo>
                  <a:pt x="6611508" y="6338782"/>
                </a:lnTo>
                <a:lnTo>
                  <a:pt x="0" y="63387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15441" y="3643936"/>
            <a:ext cx="8017415" cy="5381690"/>
          </a:xfrm>
          <a:custGeom>
            <a:avLst/>
            <a:gdLst/>
            <a:ahLst/>
            <a:cxnLst/>
            <a:rect l="l" t="t" r="r" b="b"/>
            <a:pathLst>
              <a:path w="8017415" h="5381690">
                <a:moveTo>
                  <a:pt x="0" y="0"/>
                </a:moveTo>
                <a:lnTo>
                  <a:pt x="8017416" y="0"/>
                </a:lnTo>
                <a:lnTo>
                  <a:pt x="8017416" y="5381690"/>
                </a:lnTo>
                <a:lnTo>
                  <a:pt x="0" y="5381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01307">
            <a:off x="11916539" y="3119370"/>
            <a:ext cx="3034917" cy="3010891"/>
          </a:xfrm>
          <a:custGeom>
            <a:avLst/>
            <a:gdLst/>
            <a:ahLst/>
            <a:cxnLst/>
            <a:rect l="l" t="t" r="r" b="b"/>
            <a:pathLst>
              <a:path w="3034917" h="3010891">
                <a:moveTo>
                  <a:pt x="0" y="0"/>
                </a:moveTo>
                <a:lnTo>
                  <a:pt x="3034918" y="0"/>
                </a:lnTo>
                <a:lnTo>
                  <a:pt x="3034918" y="3010890"/>
                </a:lnTo>
                <a:lnTo>
                  <a:pt x="0" y="30108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815915" y="271571"/>
            <a:ext cx="1472085" cy="1196069"/>
          </a:xfrm>
          <a:custGeom>
            <a:avLst/>
            <a:gdLst/>
            <a:ahLst/>
            <a:cxnLst/>
            <a:rect l="l" t="t" r="r" b="b"/>
            <a:pathLst>
              <a:path w="1472085" h="1196069">
                <a:moveTo>
                  <a:pt x="0" y="0"/>
                </a:moveTo>
                <a:lnTo>
                  <a:pt x="1472085" y="0"/>
                </a:lnTo>
                <a:lnTo>
                  <a:pt x="1472085" y="1196069"/>
                </a:lnTo>
                <a:lnTo>
                  <a:pt x="0" y="11960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726518" y="3699737"/>
            <a:ext cx="5068223" cy="391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 dirty="0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A mobile app that teaches users creative ways to upcycle old clothes, furniture, and other waste materials. ♻️👗🛋️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CD44909-0225-365D-40BC-3BA1F8E9D629}"/>
              </a:ext>
            </a:extLst>
          </p:cNvPr>
          <p:cNvSpPr txBox="1"/>
          <p:nvPr/>
        </p:nvSpPr>
        <p:spPr>
          <a:xfrm>
            <a:off x="990600" y="2033666"/>
            <a:ext cx="11648507" cy="9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10010" spc="-578" dirty="0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What is the project?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8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589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1614" y="250580"/>
            <a:ext cx="7922805" cy="6041139"/>
          </a:xfrm>
          <a:custGeom>
            <a:avLst/>
            <a:gdLst/>
            <a:ahLst/>
            <a:cxnLst/>
            <a:rect l="l" t="t" r="r" b="b"/>
            <a:pathLst>
              <a:path w="7922805" h="6041139">
                <a:moveTo>
                  <a:pt x="0" y="0"/>
                </a:moveTo>
                <a:lnTo>
                  <a:pt x="7922805" y="0"/>
                </a:lnTo>
                <a:lnTo>
                  <a:pt x="7922805" y="6041138"/>
                </a:lnTo>
                <a:lnTo>
                  <a:pt x="0" y="6041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41589" y="39596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54778" y="3540366"/>
            <a:ext cx="8285827" cy="6317943"/>
          </a:xfrm>
          <a:custGeom>
            <a:avLst/>
            <a:gdLst/>
            <a:ahLst/>
            <a:cxnLst/>
            <a:rect l="l" t="t" r="r" b="b"/>
            <a:pathLst>
              <a:path w="8285827" h="6317943">
                <a:moveTo>
                  <a:pt x="0" y="0"/>
                </a:moveTo>
                <a:lnTo>
                  <a:pt x="8285827" y="0"/>
                </a:lnTo>
                <a:lnTo>
                  <a:pt x="8285827" y="6317943"/>
                </a:lnTo>
                <a:lnTo>
                  <a:pt x="0" y="6317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33842" y="250580"/>
            <a:ext cx="1454158" cy="1181504"/>
          </a:xfrm>
          <a:custGeom>
            <a:avLst/>
            <a:gdLst/>
            <a:ahLst/>
            <a:cxnLst/>
            <a:rect l="l" t="t" r="r" b="b"/>
            <a:pathLst>
              <a:path w="1454158" h="1181504">
                <a:moveTo>
                  <a:pt x="0" y="0"/>
                </a:moveTo>
                <a:lnTo>
                  <a:pt x="1454158" y="0"/>
                </a:lnTo>
                <a:lnTo>
                  <a:pt x="1454158" y="1181503"/>
                </a:lnTo>
                <a:lnTo>
                  <a:pt x="0" y="1181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37111" y="2935196"/>
            <a:ext cx="6111812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EFFFF3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Reduces waste by encouraging reuse and creativity in repurposing materials. 🌍💡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7111" y="1294517"/>
            <a:ext cx="6260441" cy="776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5899" spc="-578" dirty="0">
                <a:solidFill>
                  <a:srgbClr val="EFFFF3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What is the purpose?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67471" y="4249646"/>
            <a:ext cx="6260441" cy="1509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0"/>
              </a:lnSpc>
            </a:pPr>
            <a:r>
              <a:rPr lang="en-US" sz="5899" spc="-578">
                <a:solidFill>
                  <a:srgbClr val="EFFFF3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How does it relate to sustainability?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67471" y="6291718"/>
            <a:ext cx="6111812" cy="280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1">
                <a:solidFill>
                  <a:srgbClr val="EFFFF3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Supports a circular economy by minimizing waste and promoting sustainable repurposing. 🔄🌿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4322" y="8846089"/>
            <a:ext cx="8491374" cy="1744591"/>
          </a:xfrm>
          <a:custGeom>
            <a:avLst/>
            <a:gdLst/>
            <a:ahLst/>
            <a:cxnLst/>
            <a:rect l="l" t="t" r="r" b="b"/>
            <a:pathLst>
              <a:path w="8491374" h="1744591">
                <a:moveTo>
                  <a:pt x="0" y="0"/>
                </a:moveTo>
                <a:lnTo>
                  <a:pt x="8491374" y="0"/>
                </a:lnTo>
                <a:lnTo>
                  <a:pt x="8491374" y="1744591"/>
                </a:lnTo>
                <a:lnTo>
                  <a:pt x="0" y="174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1099" y="1889154"/>
            <a:ext cx="14672395" cy="4198026"/>
          </a:xfrm>
          <a:custGeom>
            <a:avLst/>
            <a:gdLst/>
            <a:ahLst/>
            <a:cxnLst/>
            <a:rect l="l" t="t" r="r" b="b"/>
            <a:pathLst>
              <a:path w="14672395" h="4198026">
                <a:moveTo>
                  <a:pt x="0" y="0"/>
                </a:moveTo>
                <a:lnTo>
                  <a:pt x="14672395" y="0"/>
                </a:lnTo>
                <a:lnTo>
                  <a:pt x="14672395" y="4198026"/>
                </a:lnTo>
                <a:lnTo>
                  <a:pt x="0" y="4198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294517"/>
            <a:ext cx="3869704" cy="2889135"/>
            <a:chOff x="0" y="0"/>
            <a:chExt cx="812800" cy="6068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7989" cy="611077"/>
            </a:xfrm>
            <a:custGeom>
              <a:avLst/>
              <a:gdLst/>
              <a:ahLst/>
              <a:cxnLst/>
              <a:rect l="l" t="t" r="r" b="b"/>
              <a:pathLst>
                <a:path w="827989" h="611077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10135"/>
                    <a:pt x="603543" y="43874"/>
                    <a:pt x="623736" y="99080"/>
                  </a:cubicBezTo>
                  <a:cubicBezTo>
                    <a:pt x="742003" y="91718"/>
                    <a:pt x="827989" y="196106"/>
                    <a:pt x="775586" y="298558"/>
                  </a:cubicBezTo>
                  <a:cubicBezTo>
                    <a:pt x="793012" y="320086"/>
                    <a:pt x="807550" y="344168"/>
                    <a:pt x="812800" y="376489"/>
                  </a:cubicBezTo>
                  <a:cubicBezTo>
                    <a:pt x="812800" y="385748"/>
                    <a:pt x="812800" y="394985"/>
                    <a:pt x="812800" y="404242"/>
                  </a:cubicBezTo>
                  <a:cubicBezTo>
                    <a:pt x="797154" y="486503"/>
                    <a:pt x="729827" y="542090"/>
                    <a:pt x="619295" y="527125"/>
                  </a:cubicBezTo>
                  <a:cubicBezTo>
                    <a:pt x="590856" y="569363"/>
                    <a:pt x="540252" y="611077"/>
                    <a:pt x="461507" y="606393"/>
                  </a:cubicBezTo>
                  <a:cubicBezTo>
                    <a:pt x="420804" y="603620"/>
                    <a:pt x="392488" y="587559"/>
                    <a:pt x="367697" y="568046"/>
                  </a:cubicBezTo>
                  <a:cubicBezTo>
                    <a:pt x="341584" y="584266"/>
                    <a:pt x="313304" y="596996"/>
                    <a:pt x="272443" y="597136"/>
                  </a:cubicBezTo>
                  <a:cubicBezTo>
                    <a:pt x="177910" y="597376"/>
                    <a:pt x="114672" y="534887"/>
                    <a:pt x="113139" y="449174"/>
                  </a:cubicBezTo>
                  <a:cubicBezTo>
                    <a:pt x="52367" y="429122"/>
                    <a:pt x="11206" y="391693"/>
                    <a:pt x="0" y="327647"/>
                  </a:cubicBezTo>
                  <a:cubicBezTo>
                    <a:pt x="0" y="318390"/>
                    <a:pt x="0" y="309112"/>
                    <a:pt x="0" y="299894"/>
                  </a:cubicBezTo>
                  <a:cubicBezTo>
                    <a:pt x="12369" y="236429"/>
                    <a:pt x="51292" y="196564"/>
                    <a:pt x="116099" y="179665"/>
                  </a:cubicBezTo>
                  <a:cubicBezTo>
                    <a:pt x="112205" y="72604"/>
                    <a:pt x="241837" y="5706"/>
                    <a:pt x="348333" y="52872"/>
                  </a:cubicBezTo>
                  <a:cubicBezTo>
                    <a:pt x="373689" y="29549"/>
                    <a:pt x="409562" y="4110"/>
                    <a:pt x="461490" y="0"/>
                  </a:cubicBezTo>
                  <a:close/>
                </a:path>
              </a:pathLst>
            </a:custGeom>
            <a:blipFill>
              <a:blip r:embed="rId6"/>
              <a:stretch>
                <a:fillRect l="-6030" r="-6030" b="-14"/>
              </a:stretch>
            </a:blipFill>
            <a:ln w="19050" cap="sq">
              <a:solidFill>
                <a:srgbClr val="183355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flipH="1" flipV="1">
            <a:off x="2123162" y="-439666"/>
            <a:ext cx="7146916" cy="1468366"/>
          </a:xfrm>
          <a:custGeom>
            <a:avLst/>
            <a:gdLst/>
            <a:ahLst/>
            <a:cxnLst/>
            <a:rect l="l" t="t" r="r" b="b"/>
            <a:pathLst>
              <a:path w="7146916" h="1468366">
                <a:moveTo>
                  <a:pt x="7146917" y="1468366"/>
                </a:moveTo>
                <a:lnTo>
                  <a:pt x="0" y="1468366"/>
                </a:lnTo>
                <a:lnTo>
                  <a:pt x="0" y="0"/>
                </a:lnTo>
                <a:lnTo>
                  <a:pt x="7146917" y="0"/>
                </a:lnTo>
                <a:lnTo>
                  <a:pt x="7146917" y="14683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1099" y="5143500"/>
            <a:ext cx="14969643" cy="4283073"/>
          </a:xfrm>
          <a:custGeom>
            <a:avLst/>
            <a:gdLst/>
            <a:ahLst/>
            <a:cxnLst/>
            <a:rect l="l" t="t" r="r" b="b"/>
            <a:pathLst>
              <a:path w="14969643" h="4283073">
                <a:moveTo>
                  <a:pt x="0" y="0"/>
                </a:moveTo>
                <a:lnTo>
                  <a:pt x="14969643" y="0"/>
                </a:lnTo>
                <a:lnTo>
                  <a:pt x="14969643" y="4283073"/>
                </a:lnTo>
                <a:lnTo>
                  <a:pt x="0" y="428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142895" y="7192250"/>
            <a:ext cx="4145105" cy="3094750"/>
            <a:chOff x="0" y="0"/>
            <a:chExt cx="812800" cy="6068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7989" cy="611077"/>
            </a:xfrm>
            <a:custGeom>
              <a:avLst/>
              <a:gdLst/>
              <a:ahLst/>
              <a:cxnLst/>
              <a:rect l="l" t="t" r="r" b="b"/>
              <a:pathLst>
                <a:path w="827989" h="611077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10135"/>
                    <a:pt x="603543" y="43874"/>
                    <a:pt x="623736" y="99080"/>
                  </a:cubicBezTo>
                  <a:cubicBezTo>
                    <a:pt x="742003" y="91718"/>
                    <a:pt x="827989" y="196106"/>
                    <a:pt x="775586" y="298558"/>
                  </a:cubicBezTo>
                  <a:cubicBezTo>
                    <a:pt x="793012" y="320086"/>
                    <a:pt x="807550" y="344168"/>
                    <a:pt x="812800" y="376489"/>
                  </a:cubicBezTo>
                  <a:cubicBezTo>
                    <a:pt x="812800" y="385748"/>
                    <a:pt x="812800" y="394985"/>
                    <a:pt x="812800" y="404242"/>
                  </a:cubicBezTo>
                  <a:cubicBezTo>
                    <a:pt x="797154" y="486503"/>
                    <a:pt x="729827" y="542090"/>
                    <a:pt x="619295" y="527125"/>
                  </a:cubicBezTo>
                  <a:cubicBezTo>
                    <a:pt x="590856" y="569363"/>
                    <a:pt x="540252" y="611077"/>
                    <a:pt x="461507" y="606393"/>
                  </a:cubicBezTo>
                  <a:cubicBezTo>
                    <a:pt x="420804" y="603620"/>
                    <a:pt x="392488" y="587559"/>
                    <a:pt x="367697" y="568046"/>
                  </a:cubicBezTo>
                  <a:cubicBezTo>
                    <a:pt x="341584" y="584266"/>
                    <a:pt x="313304" y="596996"/>
                    <a:pt x="272443" y="597136"/>
                  </a:cubicBezTo>
                  <a:cubicBezTo>
                    <a:pt x="177910" y="597376"/>
                    <a:pt x="114672" y="534887"/>
                    <a:pt x="113139" y="449174"/>
                  </a:cubicBezTo>
                  <a:cubicBezTo>
                    <a:pt x="52367" y="429122"/>
                    <a:pt x="11206" y="391693"/>
                    <a:pt x="0" y="327647"/>
                  </a:cubicBezTo>
                  <a:cubicBezTo>
                    <a:pt x="0" y="318390"/>
                    <a:pt x="0" y="309112"/>
                    <a:pt x="0" y="299894"/>
                  </a:cubicBezTo>
                  <a:cubicBezTo>
                    <a:pt x="12369" y="236429"/>
                    <a:pt x="51292" y="196564"/>
                    <a:pt x="116099" y="179665"/>
                  </a:cubicBezTo>
                  <a:cubicBezTo>
                    <a:pt x="112205" y="72604"/>
                    <a:pt x="241837" y="5706"/>
                    <a:pt x="348333" y="52872"/>
                  </a:cubicBezTo>
                  <a:cubicBezTo>
                    <a:pt x="373689" y="29549"/>
                    <a:pt x="409562" y="4110"/>
                    <a:pt x="461490" y="0"/>
                  </a:cubicBezTo>
                  <a:close/>
                </a:path>
              </a:pathLst>
            </a:custGeom>
            <a:blipFill>
              <a:blip r:embed="rId7"/>
              <a:stretch>
                <a:fillRect l="-6030" r="-6030" b="-14"/>
              </a:stretch>
            </a:blipFill>
            <a:ln w="19050" cap="sq">
              <a:solidFill>
                <a:srgbClr val="183355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>
            <a:off x="16804086" y="294517"/>
            <a:ext cx="1483914" cy="1205680"/>
          </a:xfrm>
          <a:custGeom>
            <a:avLst/>
            <a:gdLst/>
            <a:ahLst/>
            <a:cxnLst/>
            <a:rect l="l" t="t" r="r" b="b"/>
            <a:pathLst>
              <a:path w="1483914" h="1205680">
                <a:moveTo>
                  <a:pt x="0" y="0"/>
                </a:moveTo>
                <a:lnTo>
                  <a:pt x="1483914" y="0"/>
                </a:lnTo>
                <a:lnTo>
                  <a:pt x="1483914" y="1205680"/>
                </a:lnTo>
                <a:lnTo>
                  <a:pt x="0" y="1205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04788" y="2772543"/>
            <a:ext cx="1124090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🤖 AI-Powered Suggestions</a:t>
            </a: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</a:t>
            </a:r>
            <a:r>
              <a:rPr lang="en-US" sz="3699">
                <a:solidFill>
                  <a:srgbClr val="183355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11387" y="475202"/>
            <a:ext cx="7960604" cy="115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0"/>
              </a:lnSpc>
            </a:pPr>
            <a:r>
              <a:rPr lang="en-US" sz="10012" spc="-720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 Key Features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04788" y="4291780"/>
            <a:ext cx="1135345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📚 Step-by-Step DIY Tutorials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04788" y="5815780"/>
            <a:ext cx="10272976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🔄 Material Swap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04788" y="7339780"/>
            <a:ext cx="1142098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🛒Marketplace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54322" y="8846089"/>
            <a:ext cx="8491374" cy="1744591"/>
          </a:xfrm>
          <a:custGeom>
            <a:avLst/>
            <a:gdLst/>
            <a:ahLst/>
            <a:cxnLst/>
            <a:rect l="l" t="t" r="r" b="b"/>
            <a:pathLst>
              <a:path w="8491374" h="1744591">
                <a:moveTo>
                  <a:pt x="0" y="0"/>
                </a:moveTo>
                <a:lnTo>
                  <a:pt x="8491374" y="0"/>
                </a:lnTo>
                <a:lnTo>
                  <a:pt x="8491374" y="1744591"/>
                </a:lnTo>
                <a:lnTo>
                  <a:pt x="0" y="1744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1099" y="1889154"/>
            <a:ext cx="14672395" cy="4198026"/>
          </a:xfrm>
          <a:custGeom>
            <a:avLst/>
            <a:gdLst/>
            <a:ahLst/>
            <a:cxnLst/>
            <a:rect l="l" t="t" r="r" b="b"/>
            <a:pathLst>
              <a:path w="14672395" h="4198026">
                <a:moveTo>
                  <a:pt x="0" y="0"/>
                </a:moveTo>
                <a:lnTo>
                  <a:pt x="14672395" y="0"/>
                </a:lnTo>
                <a:lnTo>
                  <a:pt x="14672395" y="4198026"/>
                </a:lnTo>
                <a:lnTo>
                  <a:pt x="0" y="4198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294517"/>
            <a:ext cx="3869704" cy="2889135"/>
            <a:chOff x="0" y="0"/>
            <a:chExt cx="812800" cy="6068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7989" cy="611077"/>
            </a:xfrm>
            <a:custGeom>
              <a:avLst/>
              <a:gdLst/>
              <a:ahLst/>
              <a:cxnLst/>
              <a:rect l="l" t="t" r="r" b="b"/>
              <a:pathLst>
                <a:path w="827989" h="611077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10135"/>
                    <a:pt x="603543" y="43874"/>
                    <a:pt x="623736" y="99080"/>
                  </a:cubicBezTo>
                  <a:cubicBezTo>
                    <a:pt x="742003" y="91718"/>
                    <a:pt x="827989" y="196106"/>
                    <a:pt x="775586" y="298558"/>
                  </a:cubicBezTo>
                  <a:cubicBezTo>
                    <a:pt x="793012" y="320086"/>
                    <a:pt x="807550" y="344168"/>
                    <a:pt x="812800" y="376489"/>
                  </a:cubicBezTo>
                  <a:cubicBezTo>
                    <a:pt x="812800" y="385748"/>
                    <a:pt x="812800" y="394985"/>
                    <a:pt x="812800" y="404242"/>
                  </a:cubicBezTo>
                  <a:cubicBezTo>
                    <a:pt x="797154" y="486503"/>
                    <a:pt x="729827" y="542090"/>
                    <a:pt x="619295" y="527125"/>
                  </a:cubicBezTo>
                  <a:cubicBezTo>
                    <a:pt x="590856" y="569363"/>
                    <a:pt x="540252" y="611077"/>
                    <a:pt x="461507" y="606393"/>
                  </a:cubicBezTo>
                  <a:cubicBezTo>
                    <a:pt x="420804" y="603620"/>
                    <a:pt x="392488" y="587559"/>
                    <a:pt x="367697" y="568046"/>
                  </a:cubicBezTo>
                  <a:cubicBezTo>
                    <a:pt x="341584" y="584266"/>
                    <a:pt x="313304" y="596996"/>
                    <a:pt x="272443" y="597136"/>
                  </a:cubicBezTo>
                  <a:cubicBezTo>
                    <a:pt x="177910" y="597376"/>
                    <a:pt x="114672" y="534887"/>
                    <a:pt x="113139" y="449174"/>
                  </a:cubicBezTo>
                  <a:cubicBezTo>
                    <a:pt x="52367" y="429122"/>
                    <a:pt x="11206" y="391693"/>
                    <a:pt x="0" y="327647"/>
                  </a:cubicBezTo>
                  <a:cubicBezTo>
                    <a:pt x="0" y="318390"/>
                    <a:pt x="0" y="309112"/>
                    <a:pt x="0" y="299894"/>
                  </a:cubicBezTo>
                  <a:cubicBezTo>
                    <a:pt x="12369" y="236429"/>
                    <a:pt x="51292" y="196564"/>
                    <a:pt x="116099" y="179665"/>
                  </a:cubicBezTo>
                  <a:cubicBezTo>
                    <a:pt x="112205" y="72604"/>
                    <a:pt x="241837" y="5706"/>
                    <a:pt x="348333" y="52872"/>
                  </a:cubicBezTo>
                  <a:cubicBezTo>
                    <a:pt x="373689" y="29549"/>
                    <a:pt x="409562" y="4110"/>
                    <a:pt x="461490" y="0"/>
                  </a:cubicBezTo>
                  <a:close/>
                </a:path>
              </a:pathLst>
            </a:custGeom>
            <a:blipFill>
              <a:blip r:embed="rId6"/>
              <a:stretch>
                <a:fillRect l="-5917" r="-5917"/>
              </a:stretch>
            </a:blipFill>
            <a:ln w="19050" cap="sq">
              <a:solidFill>
                <a:srgbClr val="183355"/>
              </a:solidFill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flipH="1" flipV="1">
            <a:off x="2123162" y="-439666"/>
            <a:ext cx="7146916" cy="1468366"/>
          </a:xfrm>
          <a:custGeom>
            <a:avLst/>
            <a:gdLst/>
            <a:ahLst/>
            <a:cxnLst/>
            <a:rect l="l" t="t" r="r" b="b"/>
            <a:pathLst>
              <a:path w="7146916" h="1468366">
                <a:moveTo>
                  <a:pt x="7146917" y="1468366"/>
                </a:moveTo>
                <a:lnTo>
                  <a:pt x="0" y="1468366"/>
                </a:lnTo>
                <a:lnTo>
                  <a:pt x="0" y="0"/>
                </a:lnTo>
                <a:lnTo>
                  <a:pt x="7146917" y="0"/>
                </a:lnTo>
                <a:lnTo>
                  <a:pt x="7146917" y="14683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1099" y="5143500"/>
            <a:ext cx="14969643" cy="4283073"/>
          </a:xfrm>
          <a:custGeom>
            <a:avLst/>
            <a:gdLst/>
            <a:ahLst/>
            <a:cxnLst/>
            <a:rect l="l" t="t" r="r" b="b"/>
            <a:pathLst>
              <a:path w="14969643" h="4283073">
                <a:moveTo>
                  <a:pt x="0" y="0"/>
                </a:moveTo>
                <a:lnTo>
                  <a:pt x="14969643" y="0"/>
                </a:lnTo>
                <a:lnTo>
                  <a:pt x="14969643" y="4283073"/>
                </a:lnTo>
                <a:lnTo>
                  <a:pt x="0" y="428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4142895" y="7192250"/>
            <a:ext cx="4145105" cy="3094750"/>
            <a:chOff x="0" y="0"/>
            <a:chExt cx="812800" cy="6068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7989" cy="611077"/>
            </a:xfrm>
            <a:custGeom>
              <a:avLst/>
              <a:gdLst/>
              <a:ahLst/>
              <a:cxnLst/>
              <a:rect l="l" t="t" r="r" b="b"/>
              <a:pathLst>
                <a:path w="827989" h="611077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10135"/>
                    <a:pt x="603543" y="43874"/>
                    <a:pt x="623736" y="99080"/>
                  </a:cubicBezTo>
                  <a:cubicBezTo>
                    <a:pt x="742003" y="91718"/>
                    <a:pt x="827989" y="196106"/>
                    <a:pt x="775586" y="298558"/>
                  </a:cubicBezTo>
                  <a:cubicBezTo>
                    <a:pt x="793012" y="320086"/>
                    <a:pt x="807550" y="344168"/>
                    <a:pt x="812800" y="376489"/>
                  </a:cubicBezTo>
                  <a:cubicBezTo>
                    <a:pt x="812800" y="385748"/>
                    <a:pt x="812800" y="394985"/>
                    <a:pt x="812800" y="404242"/>
                  </a:cubicBezTo>
                  <a:cubicBezTo>
                    <a:pt x="797154" y="486503"/>
                    <a:pt x="729827" y="542090"/>
                    <a:pt x="619295" y="527125"/>
                  </a:cubicBezTo>
                  <a:cubicBezTo>
                    <a:pt x="590856" y="569363"/>
                    <a:pt x="540252" y="611077"/>
                    <a:pt x="461507" y="606393"/>
                  </a:cubicBezTo>
                  <a:cubicBezTo>
                    <a:pt x="420804" y="603620"/>
                    <a:pt x="392488" y="587559"/>
                    <a:pt x="367697" y="568046"/>
                  </a:cubicBezTo>
                  <a:cubicBezTo>
                    <a:pt x="341584" y="584266"/>
                    <a:pt x="313304" y="596996"/>
                    <a:pt x="272443" y="597136"/>
                  </a:cubicBezTo>
                  <a:cubicBezTo>
                    <a:pt x="177910" y="597376"/>
                    <a:pt x="114672" y="534887"/>
                    <a:pt x="113139" y="449174"/>
                  </a:cubicBezTo>
                  <a:cubicBezTo>
                    <a:pt x="52367" y="429122"/>
                    <a:pt x="11206" y="391693"/>
                    <a:pt x="0" y="327647"/>
                  </a:cubicBezTo>
                  <a:cubicBezTo>
                    <a:pt x="0" y="318390"/>
                    <a:pt x="0" y="309112"/>
                    <a:pt x="0" y="299894"/>
                  </a:cubicBezTo>
                  <a:cubicBezTo>
                    <a:pt x="12369" y="236429"/>
                    <a:pt x="51292" y="196564"/>
                    <a:pt x="116099" y="179665"/>
                  </a:cubicBezTo>
                  <a:cubicBezTo>
                    <a:pt x="112205" y="72604"/>
                    <a:pt x="241837" y="5706"/>
                    <a:pt x="348333" y="52872"/>
                  </a:cubicBezTo>
                  <a:cubicBezTo>
                    <a:pt x="373689" y="29549"/>
                    <a:pt x="409562" y="4110"/>
                    <a:pt x="461490" y="0"/>
                  </a:cubicBezTo>
                  <a:close/>
                </a:path>
              </a:pathLst>
            </a:custGeom>
            <a:blipFill>
              <a:blip r:embed="rId7"/>
              <a:stretch>
                <a:fillRect l="-6022" r="-6022"/>
              </a:stretch>
            </a:blipFill>
            <a:ln w="19050" cap="sq">
              <a:solidFill>
                <a:srgbClr val="183355"/>
              </a:solidFill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>
            <a:off x="16897592" y="271225"/>
            <a:ext cx="1390408" cy="1127968"/>
          </a:xfrm>
          <a:custGeom>
            <a:avLst/>
            <a:gdLst/>
            <a:ahLst/>
            <a:cxnLst/>
            <a:rect l="l" t="t" r="r" b="b"/>
            <a:pathLst>
              <a:path w="1390408" h="1127968">
                <a:moveTo>
                  <a:pt x="0" y="0"/>
                </a:moveTo>
                <a:lnTo>
                  <a:pt x="1390408" y="0"/>
                </a:lnTo>
                <a:lnTo>
                  <a:pt x="1390408" y="1127969"/>
                </a:lnTo>
                <a:lnTo>
                  <a:pt x="0" y="11279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04788" y="2772543"/>
            <a:ext cx="1124090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🌟 Community Showcase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11387" y="475202"/>
            <a:ext cx="7960604" cy="115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0"/>
              </a:lnSpc>
            </a:pPr>
            <a:r>
              <a:rPr lang="en-US" sz="10012" spc="-720" dirty="0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 Key Features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04788" y="4291780"/>
            <a:ext cx="1135345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📍 Recycling Center Locator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04788" y="5815780"/>
            <a:ext cx="1173239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💡Personalized Recommendations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7258" y="7185647"/>
            <a:ext cx="1142098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b="1">
                <a:solidFill>
                  <a:srgbClr val="18335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♻️ Connect with Eco-Friendly Shops &amp; Partners 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6312743"/>
            <a:chOff x="0" y="0"/>
            <a:chExt cx="24384000" cy="8416991"/>
          </a:xfrm>
        </p:grpSpPr>
        <p:sp>
          <p:nvSpPr>
            <p:cNvPr id="3" name="Freeform 3"/>
            <p:cNvSpPr/>
            <p:nvPr/>
          </p:nvSpPr>
          <p:spPr>
            <a:xfrm>
              <a:off x="12192000" y="37761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30"/>
                  </a:lnTo>
                  <a:lnTo>
                    <a:pt x="0" y="837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29"/>
                  </a:lnTo>
                  <a:lnTo>
                    <a:pt x="0" y="8379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8886825"/>
            <a:ext cx="18288000" cy="2800350"/>
            <a:chOff x="0" y="0"/>
            <a:chExt cx="24384000" cy="3733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92000" cy="3733800"/>
            </a:xfrm>
            <a:custGeom>
              <a:avLst/>
              <a:gdLst/>
              <a:ahLst/>
              <a:cxnLst/>
              <a:rect l="l" t="t" r="r" b="b"/>
              <a:pathLst>
                <a:path w="12192000" h="3733800">
                  <a:moveTo>
                    <a:pt x="0" y="0"/>
                  </a:moveTo>
                  <a:lnTo>
                    <a:pt x="12192000" y="0"/>
                  </a:lnTo>
                  <a:lnTo>
                    <a:pt x="121920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H="1">
              <a:off x="12192000" y="0"/>
              <a:ext cx="12192000" cy="3733800"/>
            </a:xfrm>
            <a:custGeom>
              <a:avLst/>
              <a:gdLst/>
              <a:ahLst/>
              <a:cxnLst/>
              <a:rect l="l" t="t" r="r" b="b"/>
              <a:pathLst>
                <a:path w="12192000" h="3733800">
                  <a:moveTo>
                    <a:pt x="12192000" y="0"/>
                  </a:moveTo>
                  <a:lnTo>
                    <a:pt x="0" y="0"/>
                  </a:lnTo>
                  <a:lnTo>
                    <a:pt x="0" y="3733800"/>
                  </a:lnTo>
                  <a:lnTo>
                    <a:pt x="12192000" y="3733800"/>
                  </a:lnTo>
                  <a:lnTo>
                    <a:pt x="1219200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15398" y="2323873"/>
            <a:ext cx="9511719" cy="523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🌱 Encourages Sustainable Consumption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🔄 Supports Circular Economy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🤝 Strengthens Community Engagement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🏪 Supports Local Businesses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227117" y="477992"/>
            <a:ext cx="2570006" cy="1313039"/>
          </a:xfrm>
          <a:custGeom>
            <a:avLst/>
            <a:gdLst/>
            <a:ahLst/>
            <a:cxnLst/>
            <a:rect l="l" t="t" r="r" b="b"/>
            <a:pathLst>
              <a:path w="2570006" h="1313039">
                <a:moveTo>
                  <a:pt x="0" y="0"/>
                </a:moveTo>
                <a:lnTo>
                  <a:pt x="2570006" y="0"/>
                </a:lnTo>
                <a:lnTo>
                  <a:pt x="2570006" y="1313039"/>
                </a:lnTo>
                <a:lnTo>
                  <a:pt x="0" y="1313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23902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190419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4473679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791203" y="266369"/>
            <a:ext cx="1496797" cy="1217395"/>
          </a:xfrm>
          <a:custGeom>
            <a:avLst/>
            <a:gdLst/>
            <a:ahLst/>
            <a:cxnLst/>
            <a:rect l="l" t="t" r="r" b="b"/>
            <a:pathLst>
              <a:path w="1496797" h="1217395">
                <a:moveTo>
                  <a:pt x="0" y="0"/>
                </a:moveTo>
                <a:lnTo>
                  <a:pt x="1496797" y="0"/>
                </a:lnTo>
                <a:lnTo>
                  <a:pt x="1496797" y="1217395"/>
                </a:lnTo>
                <a:lnTo>
                  <a:pt x="0" y="12173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53001" y="409244"/>
            <a:ext cx="10574116" cy="13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6"/>
              </a:lnSpc>
            </a:pPr>
            <a:r>
              <a:rPr lang="en-US" sz="10034" spc="-722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Impact of UpCycle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F1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6312743"/>
            <a:chOff x="0" y="0"/>
            <a:chExt cx="24384000" cy="8416991"/>
          </a:xfrm>
        </p:grpSpPr>
        <p:sp>
          <p:nvSpPr>
            <p:cNvPr id="3" name="Freeform 3"/>
            <p:cNvSpPr/>
            <p:nvPr/>
          </p:nvSpPr>
          <p:spPr>
            <a:xfrm>
              <a:off x="12192000" y="37761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30"/>
                  </a:lnTo>
                  <a:lnTo>
                    <a:pt x="0" y="837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2192000" cy="8379229"/>
            </a:xfrm>
            <a:custGeom>
              <a:avLst/>
              <a:gdLst/>
              <a:ahLst/>
              <a:cxnLst/>
              <a:rect l="l" t="t" r="r" b="b"/>
              <a:pathLst>
                <a:path w="12192000" h="8379229">
                  <a:moveTo>
                    <a:pt x="0" y="0"/>
                  </a:moveTo>
                  <a:lnTo>
                    <a:pt x="12192000" y="0"/>
                  </a:lnTo>
                  <a:lnTo>
                    <a:pt x="12192000" y="8379229"/>
                  </a:lnTo>
                  <a:lnTo>
                    <a:pt x="0" y="8379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8886825"/>
            <a:ext cx="18288000" cy="2800350"/>
            <a:chOff x="0" y="0"/>
            <a:chExt cx="24384000" cy="3733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92000" cy="3733800"/>
            </a:xfrm>
            <a:custGeom>
              <a:avLst/>
              <a:gdLst/>
              <a:ahLst/>
              <a:cxnLst/>
              <a:rect l="l" t="t" r="r" b="b"/>
              <a:pathLst>
                <a:path w="12192000" h="3733800">
                  <a:moveTo>
                    <a:pt x="0" y="0"/>
                  </a:moveTo>
                  <a:lnTo>
                    <a:pt x="12192000" y="0"/>
                  </a:lnTo>
                  <a:lnTo>
                    <a:pt x="12192000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H="1">
              <a:off x="12192000" y="0"/>
              <a:ext cx="12192000" cy="3733800"/>
            </a:xfrm>
            <a:custGeom>
              <a:avLst/>
              <a:gdLst/>
              <a:ahLst/>
              <a:cxnLst/>
              <a:rect l="l" t="t" r="r" b="b"/>
              <a:pathLst>
                <a:path w="12192000" h="3733800">
                  <a:moveTo>
                    <a:pt x="12192000" y="0"/>
                  </a:moveTo>
                  <a:lnTo>
                    <a:pt x="0" y="0"/>
                  </a:lnTo>
                  <a:lnTo>
                    <a:pt x="0" y="3733800"/>
                  </a:lnTo>
                  <a:lnTo>
                    <a:pt x="12192000" y="3733800"/>
                  </a:lnTo>
                  <a:lnTo>
                    <a:pt x="1219200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1227117" y="477992"/>
            <a:ext cx="2570006" cy="1313039"/>
          </a:xfrm>
          <a:custGeom>
            <a:avLst/>
            <a:gdLst/>
            <a:ahLst/>
            <a:cxnLst/>
            <a:rect l="l" t="t" r="r" b="b"/>
            <a:pathLst>
              <a:path w="2570006" h="1313039">
                <a:moveTo>
                  <a:pt x="0" y="0"/>
                </a:moveTo>
                <a:lnTo>
                  <a:pt x="2570006" y="0"/>
                </a:lnTo>
                <a:lnTo>
                  <a:pt x="2570006" y="1313039"/>
                </a:lnTo>
                <a:lnTo>
                  <a:pt x="0" y="1313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23902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90419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4473679" y="6866896"/>
            <a:ext cx="7664098" cy="3420104"/>
          </a:xfrm>
          <a:custGeom>
            <a:avLst/>
            <a:gdLst/>
            <a:ahLst/>
            <a:cxnLst/>
            <a:rect l="l" t="t" r="r" b="b"/>
            <a:pathLst>
              <a:path w="7664098" h="3420104">
                <a:moveTo>
                  <a:pt x="0" y="0"/>
                </a:moveTo>
                <a:lnTo>
                  <a:pt x="7664098" y="0"/>
                </a:lnTo>
                <a:lnTo>
                  <a:pt x="7664098" y="3420104"/>
                </a:lnTo>
                <a:lnTo>
                  <a:pt x="0" y="3420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801602" y="266369"/>
            <a:ext cx="1486398" cy="1205221"/>
          </a:xfrm>
          <a:custGeom>
            <a:avLst/>
            <a:gdLst/>
            <a:ahLst/>
            <a:cxnLst/>
            <a:rect l="l" t="t" r="r" b="b"/>
            <a:pathLst>
              <a:path w="1486398" h="1205221">
                <a:moveTo>
                  <a:pt x="0" y="0"/>
                </a:moveTo>
                <a:lnTo>
                  <a:pt x="1486398" y="0"/>
                </a:lnTo>
                <a:lnTo>
                  <a:pt x="1486398" y="1205221"/>
                </a:lnTo>
                <a:lnTo>
                  <a:pt x="0" y="12052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5398" y="2819094"/>
            <a:ext cx="9511719" cy="325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🌍 Promotes Green Shopping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🏪 Empowers Local Eco-Businesses </a:t>
            </a:r>
          </a:p>
          <a:p>
            <a:pPr algn="l">
              <a:lnSpc>
                <a:spcPts val="5179"/>
              </a:lnSpc>
            </a:pPr>
            <a:endParaRPr lang="en-US" sz="3699" b="1">
              <a:solidFill>
                <a:srgbClr val="183355"/>
              </a:solidFill>
              <a:latin typeface="Quicksand Semi-Bold"/>
              <a:ea typeface="Quicksand Semi-Bold"/>
              <a:cs typeface="Quicksand Semi-Bold"/>
              <a:sym typeface="Quicksand Semi-Bold"/>
            </a:endParaRP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183355"/>
                </a:solidFill>
                <a:latin typeface="Quicksand Semi-Bold"/>
                <a:ea typeface="Quicksand Semi-Bold"/>
                <a:cs typeface="Quicksand Semi-Bold"/>
                <a:sym typeface="Quicksand Semi-Bold"/>
              </a:rPr>
              <a:t> 🔄 Strengthens the Upcycling Movement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3001" y="409244"/>
            <a:ext cx="10574116" cy="13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6"/>
              </a:lnSpc>
            </a:pPr>
            <a:r>
              <a:rPr lang="en-US" sz="10034" spc="-722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Impact of UpCycle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D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69077" y="5143500"/>
            <a:ext cx="24712663" cy="5838367"/>
          </a:xfrm>
          <a:custGeom>
            <a:avLst/>
            <a:gdLst/>
            <a:ahLst/>
            <a:cxnLst/>
            <a:rect l="l" t="t" r="r" b="b"/>
            <a:pathLst>
              <a:path w="24712663" h="5838367">
                <a:moveTo>
                  <a:pt x="0" y="0"/>
                </a:moveTo>
                <a:lnTo>
                  <a:pt x="24712662" y="0"/>
                </a:lnTo>
                <a:lnTo>
                  <a:pt x="24712662" y="5838367"/>
                </a:lnTo>
                <a:lnTo>
                  <a:pt x="0" y="5838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954520" flipV="1">
            <a:off x="14520896" y="7436255"/>
            <a:ext cx="4255306" cy="3644089"/>
          </a:xfrm>
          <a:custGeom>
            <a:avLst/>
            <a:gdLst/>
            <a:ahLst/>
            <a:cxnLst/>
            <a:rect l="l" t="t" r="r" b="b"/>
            <a:pathLst>
              <a:path w="4255306" h="3644089">
                <a:moveTo>
                  <a:pt x="0" y="3644090"/>
                </a:moveTo>
                <a:lnTo>
                  <a:pt x="4255306" y="3644090"/>
                </a:lnTo>
                <a:lnTo>
                  <a:pt x="4255306" y="0"/>
                </a:lnTo>
                <a:lnTo>
                  <a:pt x="0" y="0"/>
                </a:lnTo>
                <a:lnTo>
                  <a:pt x="0" y="36440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08377" y="4985747"/>
            <a:ext cx="3507663" cy="5301253"/>
          </a:xfrm>
          <a:custGeom>
            <a:avLst/>
            <a:gdLst/>
            <a:ahLst/>
            <a:cxnLst/>
            <a:rect l="l" t="t" r="r" b="b"/>
            <a:pathLst>
              <a:path w="3507663" h="5301253">
                <a:moveTo>
                  <a:pt x="3507663" y="0"/>
                </a:moveTo>
                <a:lnTo>
                  <a:pt x="0" y="0"/>
                </a:lnTo>
                <a:lnTo>
                  <a:pt x="0" y="5301253"/>
                </a:lnTo>
                <a:lnTo>
                  <a:pt x="3507663" y="5301253"/>
                </a:lnTo>
                <a:lnTo>
                  <a:pt x="35076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098775" y="2297399"/>
            <a:ext cx="14160525" cy="771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4535" lvl="1" indent="-432268" algn="l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Reduces waste and encourages </a:t>
            </a:r>
            <a:r>
              <a:rPr lang="en-US" sz="4004" b="1">
                <a:solidFill>
                  <a:srgbClr val="0C264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sustainable living</a:t>
            </a: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. ♻️</a:t>
            </a:r>
          </a:p>
          <a:p>
            <a:pPr algn="l">
              <a:lnSpc>
                <a:spcPts val="5606"/>
              </a:lnSpc>
            </a:pPr>
            <a:endParaRPr lang="en-US" sz="4004">
              <a:solidFill>
                <a:srgbClr val="0C264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535" lvl="1" indent="-432268" algn="l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Empowers people with </a:t>
            </a:r>
            <a:r>
              <a:rPr lang="en-US" sz="4004" b="1">
                <a:solidFill>
                  <a:srgbClr val="0C264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DIY skills</a:t>
            </a: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 and creative solutions. 🎨🔧</a:t>
            </a:r>
          </a:p>
          <a:p>
            <a:pPr algn="l">
              <a:lnSpc>
                <a:spcPts val="5606"/>
              </a:lnSpc>
            </a:pPr>
            <a:endParaRPr lang="en-US" sz="4004">
              <a:solidFill>
                <a:srgbClr val="0C264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535" lvl="1" indent="-432268" algn="l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Builds a </a:t>
            </a:r>
            <a:r>
              <a:rPr lang="en-US" sz="4004" b="1">
                <a:solidFill>
                  <a:srgbClr val="0C264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community</a:t>
            </a: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 passionate about eco-friendly practices. 🤝</a:t>
            </a:r>
          </a:p>
          <a:p>
            <a:pPr algn="l">
              <a:lnSpc>
                <a:spcPts val="5606"/>
              </a:lnSpc>
            </a:pPr>
            <a:endParaRPr lang="en-US" sz="4004">
              <a:solidFill>
                <a:srgbClr val="0C2647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864535" lvl="1" indent="-432268" algn="l">
              <a:lnSpc>
                <a:spcPts val="5606"/>
              </a:lnSpc>
              <a:buFont typeface="Arial"/>
              <a:buChar char="•"/>
            </a:pP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Bridges the gap between </a:t>
            </a:r>
            <a:r>
              <a:rPr lang="en-US" sz="4004" b="1">
                <a:solidFill>
                  <a:srgbClr val="0C264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individual action</a:t>
            </a: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sz="4004" b="1">
                <a:solidFill>
                  <a:srgbClr val="0C264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environmental impact</a:t>
            </a:r>
            <a:r>
              <a:rPr lang="en-US" sz="4004">
                <a:solidFill>
                  <a:srgbClr val="0C2647"/>
                </a:solidFill>
                <a:latin typeface="Quicksand"/>
                <a:ea typeface="Quicksand"/>
                <a:cs typeface="Quicksand"/>
                <a:sym typeface="Quicksand"/>
              </a:rPr>
              <a:t>. 🌍</a:t>
            </a:r>
          </a:p>
          <a:p>
            <a:pPr algn="l">
              <a:lnSpc>
                <a:spcPts val="5606"/>
              </a:lnSpc>
            </a:pPr>
            <a:endParaRPr lang="en-US" sz="4004">
              <a:solidFill>
                <a:srgbClr val="0C2647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789554" y="266369"/>
            <a:ext cx="1498446" cy="1216863"/>
          </a:xfrm>
          <a:custGeom>
            <a:avLst/>
            <a:gdLst/>
            <a:ahLst/>
            <a:cxnLst/>
            <a:rect l="l" t="t" r="r" b="b"/>
            <a:pathLst>
              <a:path w="1498446" h="1216863">
                <a:moveTo>
                  <a:pt x="0" y="0"/>
                </a:moveTo>
                <a:lnTo>
                  <a:pt x="1498446" y="0"/>
                </a:lnTo>
                <a:lnTo>
                  <a:pt x="1498446" y="1216863"/>
                </a:lnTo>
                <a:lnTo>
                  <a:pt x="0" y="1216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3001" y="409244"/>
            <a:ext cx="12419940" cy="138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6"/>
              </a:lnSpc>
            </a:pPr>
            <a:r>
              <a:rPr lang="en-US" sz="10034" spc="-722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Why UpCycle Matters?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5882" y="2177160"/>
            <a:ext cx="15078457" cy="4314207"/>
          </a:xfrm>
          <a:custGeom>
            <a:avLst/>
            <a:gdLst/>
            <a:ahLst/>
            <a:cxnLst/>
            <a:rect l="l" t="t" r="r" b="b"/>
            <a:pathLst>
              <a:path w="15078457" h="4314207">
                <a:moveTo>
                  <a:pt x="0" y="0"/>
                </a:moveTo>
                <a:lnTo>
                  <a:pt x="15078456" y="0"/>
                </a:lnTo>
                <a:lnTo>
                  <a:pt x="15078456" y="4314207"/>
                </a:lnTo>
                <a:lnTo>
                  <a:pt x="0" y="4314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38326" y="3439042"/>
            <a:ext cx="13893409" cy="163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7"/>
              </a:lnSpc>
            </a:pPr>
            <a:r>
              <a:rPr lang="en-US" sz="6035" spc="-434">
                <a:solidFill>
                  <a:srgbClr val="183355"/>
                </a:solidFill>
                <a:latin typeface="Gloria Hallelujah"/>
                <a:ea typeface="Gloria Hallelujah"/>
                <a:cs typeface="Gloria Hallelujah"/>
                <a:sym typeface="Gloria Hallelujah"/>
              </a:rPr>
              <a:t>🌿 "Small steps in upcycling can lead to big changes for our planet!" 🌍</a:t>
            </a:r>
          </a:p>
        </p:txBody>
      </p:sp>
      <p:sp>
        <p:nvSpPr>
          <p:cNvPr id="6" name="Freeform 6"/>
          <p:cNvSpPr/>
          <p:nvPr/>
        </p:nvSpPr>
        <p:spPr>
          <a:xfrm>
            <a:off x="15078247" y="5143500"/>
            <a:ext cx="3367323" cy="5464216"/>
          </a:xfrm>
          <a:custGeom>
            <a:avLst/>
            <a:gdLst/>
            <a:ahLst/>
            <a:cxnLst/>
            <a:rect l="l" t="t" r="r" b="b"/>
            <a:pathLst>
              <a:path w="3367323" h="5464216">
                <a:moveTo>
                  <a:pt x="0" y="0"/>
                </a:moveTo>
                <a:lnTo>
                  <a:pt x="3367323" y="0"/>
                </a:lnTo>
                <a:lnTo>
                  <a:pt x="3367323" y="5464216"/>
                </a:lnTo>
                <a:lnTo>
                  <a:pt x="0" y="546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224125" y="-1866324"/>
            <a:ext cx="3693098" cy="5229166"/>
          </a:xfrm>
          <a:custGeom>
            <a:avLst/>
            <a:gdLst/>
            <a:ahLst/>
            <a:cxnLst/>
            <a:rect l="l" t="t" r="r" b="b"/>
            <a:pathLst>
              <a:path w="3693098" h="5229166">
                <a:moveTo>
                  <a:pt x="3693098" y="5229166"/>
                </a:moveTo>
                <a:lnTo>
                  <a:pt x="0" y="5229166"/>
                </a:lnTo>
                <a:lnTo>
                  <a:pt x="0" y="0"/>
                </a:lnTo>
                <a:lnTo>
                  <a:pt x="3693098" y="0"/>
                </a:lnTo>
                <a:lnTo>
                  <a:pt x="3693098" y="522916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698549" y="7242048"/>
            <a:ext cx="7315200" cy="3044952"/>
          </a:xfrm>
          <a:custGeom>
            <a:avLst/>
            <a:gdLst/>
            <a:ahLst/>
            <a:cxnLst/>
            <a:rect l="l" t="t" r="r" b="b"/>
            <a:pathLst>
              <a:path w="7315200" h="3044952">
                <a:moveTo>
                  <a:pt x="0" y="0"/>
                </a:moveTo>
                <a:lnTo>
                  <a:pt x="7315200" y="0"/>
                </a:lnTo>
                <a:lnTo>
                  <a:pt x="7315200" y="3044952"/>
                </a:lnTo>
                <a:lnTo>
                  <a:pt x="0" y="3044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255</Words>
  <Application>Microsoft Office PowerPoint</Application>
  <PresentationFormat>Custom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Quicksand Bold</vt:lpstr>
      <vt:lpstr>Quicksand Semi-Bold</vt:lpstr>
      <vt:lpstr>Quicksand</vt:lpstr>
      <vt:lpstr>Gloria Hallelujah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UpCycle</dc:title>
  <dc:creator>Hp</dc:creator>
  <cp:lastModifiedBy>tithi paul</cp:lastModifiedBy>
  <cp:revision>2</cp:revision>
  <dcterms:created xsi:type="dcterms:W3CDTF">2006-08-16T00:00:00Z</dcterms:created>
  <dcterms:modified xsi:type="dcterms:W3CDTF">2025-03-17T18:50:04Z</dcterms:modified>
  <dc:identifier>DAGh-CFf3k0</dc:identifier>
</cp:coreProperties>
</file>